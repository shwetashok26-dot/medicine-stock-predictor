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Medicine Stock Predictor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shortages before they happen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91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3: Smart Health &amp; Supply Chain Resilience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Guesswork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Clinics reorder medicines by gut feeling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drugs run out and patient care is delayed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2560320"/>
          </a:xfrm>
          <a:prstGeom prst="roundRect">
            <a:avLst>
              <a:gd name="adj" fmla="val 3571"/>
            </a:avLst>
          </a:prstGeom>
          <a:solidFill>
            <a:srgbClr val="EEF4F8"/>
          </a:solidFill>
          <a:ln w="12700">
            <a:solidFill>
              <a:srgbClr val="EEF4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0" y="1554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1945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Overstocking leads to expired medicines and lost money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months of usage per medicine (CSV)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46304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88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trend model predicts next month's demand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0" y="2788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left vs supplier lead time: Critical, Warning or Safe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1463040"/>
            <a:ext cx="640080" cy="640080"/>
          </a:xfrm>
          <a:prstGeom prst="ellipse">
            <a:avLst/>
          </a:prstGeom>
          <a:solidFill>
            <a:srgbClr val="13A89E"/>
          </a:solidFill>
          <a:ln w="12700">
            <a:solidFill>
              <a:srgbClr val="13A89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7889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quantity to reorder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 Output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80467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46304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Medicine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left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 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Reorder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Amoxicillin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Insulin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53E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ORS Sachets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ED89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Paracetamol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8A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 shown. Users upload their own CSV and download the report.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Impact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(web app, deployed on Streamlit Cloud)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demand forecast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stockouts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expired stock and waste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planning for small and rural clinics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health supply chains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app: medicine-stock-predictor-shweta.streamlit.app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3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github.com/shwetashok26-dot/medicine-stock-predictor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2026-09-30T10:27:18Z</dcterms:created>
  <dcterms:modified xsi:type="dcterms:W3CDTF">2026-09-30T10:27:18Z</dcterms:modified>
</cp:coreProperties>
</file>